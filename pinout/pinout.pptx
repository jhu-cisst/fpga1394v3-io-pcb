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6576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4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53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598593"/>
            <a:ext cx="3108960" cy="1273387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921087"/>
            <a:ext cx="2743200" cy="883073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0237F-5A99-45F2-8690-C3253CAC180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113-320D-46C0-8CE3-6F3191B3A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3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0237F-5A99-45F2-8690-C3253CAC180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113-320D-46C0-8CE3-6F3191B3A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85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911861"/>
            <a:ext cx="3154680" cy="15214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2447714"/>
            <a:ext cx="3154680" cy="800100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0237F-5A99-45F2-8690-C3253CAC180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113-320D-46C0-8CE3-6F3191B3A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656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973666"/>
            <a:ext cx="155448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973666"/>
            <a:ext cx="155448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0237F-5A99-45F2-8690-C3253CAC180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113-320D-46C0-8CE3-6F3191B3A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59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194734"/>
            <a:ext cx="315468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896620"/>
            <a:ext cx="1547336" cy="439420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1336040"/>
            <a:ext cx="1547336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896620"/>
            <a:ext cx="1554956" cy="439420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1336040"/>
            <a:ext cx="1554956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0237F-5A99-45F2-8690-C3253CAC180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113-320D-46C0-8CE3-6F3191B3A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6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0237F-5A99-45F2-8690-C3253CAC180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113-320D-46C0-8CE3-6F3191B3A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52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0237F-5A99-45F2-8690-C3253CAC180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113-320D-46C0-8CE3-6F3191B3A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17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243840"/>
            <a:ext cx="1179671" cy="85344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526627"/>
            <a:ext cx="1851660" cy="2599267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1097280"/>
            <a:ext cx="1179671" cy="2032847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0237F-5A99-45F2-8690-C3253CAC180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113-320D-46C0-8CE3-6F3191B3A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024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243840"/>
            <a:ext cx="1179671" cy="85344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526627"/>
            <a:ext cx="1851660" cy="2599267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1097280"/>
            <a:ext cx="1179671" cy="2032847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0237F-5A99-45F2-8690-C3253CAC180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113-320D-46C0-8CE3-6F3191B3A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360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0237F-5A99-45F2-8690-C3253CAC180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113-320D-46C0-8CE3-6F3191B3A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20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194733"/>
            <a:ext cx="788670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194733"/>
            <a:ext cx="2320290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0237F-5A99-45F2-8690-C3253CAC180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113-320D-46C0-8CE3-6F3191B3A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77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194734"/>
            <a:ext cx="315468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973666"/>
            <a:ext cx="315468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3390054"/>
            <a:ext cx="82296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A0237F-5A99-45F2-8690-C3253CAC180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3390054"/>
            <a:ext cx="123444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3390054"/>
            <a:ext cx="82296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584113-320D-46C0-8CE3-6F3191B3A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B9 Connector Pinout">
            <a:extLst>
              <a:ext uri="{FF2B5EF4-FFF2-40B4-BE49-F238E27FC236}">
                <a16:creationId xmlns:a16="http://schemas.microsoft.com/office/drawing/2014/main" id="{F6527396-FECA-B231-FB67-4DF0A55DD1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79" t="16728" r="14768" b="54708"/>
          <a:stretch/>
        </p:blipFill>
        <p:spPr bwMode="auto">
          <a:xfrm>
            <a:off x="1129228" y="1349566"/>
            <a:ext cx="1569905" cy="732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5C7233-169C-52BD-C225-A163522D44DE}"/>
              </a:ext>
            </a:extLst>
          </p:cNvPr>
          <p:cNvSpPr txBox="1"/>
          <p:nvPr/>
        </p:nvSpPr>
        <p:spPr>
          <a:xfrm>
            <a:off x="2539389" y="1437701"/>
            <a:ext cx="181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2B7779-B367-356B-2669-0723A14D4367}"/>
              </a:ext>
            </a:extLst>
          </p:cNvPr>
          <p:cNvSpPr txBox="1"/>
          <p:nvPr/>
        </p:nvSpPr>
        <p:spPr>
          <a:xfrm>
            <a:off x="2448498" y="1712069"/>
            <a:ext cx="181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1990A-F687-9E12-9EEE-D5A3A802ACC2}"/>
              </a:ext>
            </a:extLst>
          </p:cNvPr>
          <p:cNvSpPr txBox="1"/>
          <p:nvPr/>
        </p:nvSpPr>
        <p:spPr>
          <a:xfrm>
            <a:off x="977972" y="1468476"/>
            <a:ext cx="181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BD538E-F192-88AF-D397-80B9F97ED3C8}"/>
              </a:ext>
            </a:extLst>
          </p:cNvPr>
          <p:cNvSpPr txBox="1"/>
          <p:nvPr/>
        </p:nvSpPr>
        <p:spPr>
          <a:xfrm>
            <a:off x="1097554" y="1712069"/>
            <a:ext cx="181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C6AE17-C810-BFFF-2ADE-2C0930093530}"/>
              </a:ext>
            </a:extLst>
          </p:cNvPr>
          <p:cNvSpPr txBox="1"/>
          <p:nvPr/>
        </p:nvSpPr>
        <p:spPr>
          <a:xfrm>
            <a:off x="2249736" y="912931"/>
            <a:ext cx="415197" cy="261610"/>
          </a:xfrm>
          <a:prstGeom prst="rect">
            <a:avLst/>
          </a:prstGeom>
          <a:noFill/>
        </p:spPr>
        <p:txBody>
          <a:bodyPr wrap="square" lIns="0" rIns="0" bIns="0" rtlCol="0" anchor="b" anchorCtr="0">
            <a:spAutoFit/>
          </a:bodyPr>
          <a:lstStyle/>
          <a:p>
            <a:r>
              <a:rPr lang="en-US" sz="1400" dirty="0"/>
              <a:t>3.3V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E00E7-E703-3554-C8AF-D6308DEE76EC}"/>
              </a:ext>
            </a:extLst>
          </p:cNvPr>
          <p:cNvSpPr txBox="1"/>
          <p:nvPr/>
        </p:nvSpPr>
        <p:spPr>
          <a:xfrm>
            <a:off x="1499208" y="917636"/>
            <a:ext cx="682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GND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310EAF-E778-FE8B-D96E-EE06117D9864}"/>
              </a:ext>
            </a:extLst>
          </p:cNvPr>
          <p:cNvSpPr txBox="1"/>
          <p:nvPr/>
        </p:nvSpPr>
        <p:spPr>
          <a:xfrm>
            <a:off x="649992" y="2388026"/>
            <a:ext cx="804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MIO-34</a:t>
            </a: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1BAC75-111D-55D6-4FF2-F0988163D58C}"/>
              </a:ext>
            </a:extLst>
          </p:cNvPr>
          <p:cNvSpPr txBox="1"/>
          <p:nvPr/>
        </p:nvSpPr>
        <p:spPr>
          <a:xfrm>
            <a:off x="2362543" y="2388026"/>
            <a:ext cx="804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MIO-35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97E694-992A-62F1-5D8D-A8D02ED09A04}"/>
              </a:ext>
            </a:extLst>
          </p:cNvPr>
          <p:cNvSpPr txBox="1"/>
          <p:nvPr/>
        </p:nvSpPr>
        <p:spPr>
          <a:xfrm>
            <a:off x="642879" y="2124939"/>
            <a:ext cx="804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MIO-36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AB35B2-BD4C-AE35-FAA8-AF66ACE7149C}"/>
              </a:ext>
            </a:extLst>
          </p:cNvPr>
          <p:cNvSpPr txBox="1"/>
          <p:nvPr/>
        </p:nvSpPr>
        <p:spPr>
          <a:xfrm>
            <a:off x="2362543" y="2134639"/>
            <a:ext cx="804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MIO-37</a:t>
            </a:r>
            <a:endParaRPr lang="en-US" sz="1600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69EF8C0-EECE-05AF-F237-6EF28D48DA76}"/>
              </a:ext>
            </a:extLst>
          </p:cNvPr>
          <p:cNvCxnSpPr>
            <a:cxnSpLocks/>
            <a:endCxn id="13" idx="3"/>
          </p:cNvCxnSpPr>
          <p:nvPr/>
        </p:nvCxnSpPr>
        <p:spPr>
          <a:xfrm rot="5400000">
            <a:off x="1304402" y="1999323"/>
            <a:ext cx="422675" cy="13633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F01B0EA0-0EA4-CF83-8616-BFC5A69E9AAD}"/>
              </a:ext>
            </a:extLst>
          </p:cNvPr>
          <p:cNvCxnSpPr>
            <a:cxnSpLocks/>
            <a:endCxn id="11" idx="3"/>
          </p:cNvCxnSpPr>
          <p:nvPr/>
        </p:nvCxnSpPr>
        <p:spPr>
          <a:xfrm rot="5400000">
            <a:off x="1294097" y="2053346"/>
            <a:ext cx="649157" cy="327981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CE2B62C0-E13B-FCE4-E82D-7204DBF990A9}"/>
              </a:ext>
            </a:extLst>
          </p:cNvPr>
          <p:cNvCxnSpPr>
            <a:cxnSpLocks/>
            <a:endCxn id="14" idx="1"/>
          </p:cNvCxnSpPr>
          <p:nvPr/>
        </p:nvCxnSpPr>
        <p:spPr>
          <a:xfrm rot="16200000" flipH="1">
            <a:off x="2089952" y="2015936"/>
            <a:ext cx="432375" cy="11280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9466C890-4426-373F-B589-C8506CDA7098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1856507" y="2035879"/>
            <a:ext cx="660570" cy="35150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6B45B31-1717-10C9-817C-04F560D27127}"/>
              </a:ext>
            </a:extLst>
          </p:cNvPr>
          <p:cNvCxnSpPr>
            <a:cxnSpLocks/>
          </p:cNvCxnSpPr>
          <p:nvPr/>
        </p:nvCxnSpPr>
        <p:spPr>
          <a:xfrm flipV="1">
            <a:off x="2362544" y="1210122"/>
            <a:ext cx="0" cy="3036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F8C31FC6-70BA-871A-60BB-E50DEBF4D602}"/>
              </a:ext>
            </a:extLst>
          </p:cNvPr>
          <p:cNvSpPr/>
          <p:nvPr/>
        </p:nvSpPr>
        <p:spPr>
          <a:xfrm rot="5400000">
            <a:off x="1685891" y="851319"/>
            <a:ext cx="160495" cy="83039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402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</TotalTime>
  <Words>10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Johns Hopkins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Kazanzides</dc:creator>
  <cp:lastModifiedBy>Peter Kazanzides</cp:lastModifiedBy>
  <cp:revision>4</cp:revision>
  <dcterms:created xsi:type="dcterms:W3CDTF">2026-03-26T20:30:25Z</dcterms:created>
  <dcterms:modified xsi:type="dcterms:W3CDTF">2026-03-26T21:30:27Z</dcterms:modified>
</cp:coreProperties>
</file>